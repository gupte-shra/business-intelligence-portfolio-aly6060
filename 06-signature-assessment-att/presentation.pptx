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6/30/24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6/30/24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6/30/24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6/30/24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030AA542-7607-4135-98D4-952103325F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Book1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5C997E75-32CD-48EA-A893-E0FFAA59E8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File created on: 6/30/24 7:38:47 PM PDT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Sheet 1">
            <a:extLst>
              <a:ext uri="{FF2B5EF4-FFF2-40B4-BE49-F238E27FC236}">
                <a16:creationId xmlns:a16="http://schemas.microsoft.com/office/drawing/2014/main" id="{7967957D-BB9B-428B-9A8E-246EF6B9CD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247650"/>
            <a:ext cx="5943600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Sheet 2">
            <a:extLst>
              <a:ext uri="{FF2B5EF4-FFF2-40B4-BE49-F238E27FC236}">
                <a16:creationId xmlns:a16="http://schemas.microsoft.com/office/drawing/2014/main" id="{F899F41D-7812-4B63-BD61-47F179B304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750" y="247650"/>
            <a:ext cx="5524500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Sheet 3">
            <a:extLst>
              <a:ext uri="{FF2B5EF4-FFF2-40B4-BE49-F238E27FC236}">
                <a16:creationId xmlns:a16="http://schemas.microsoft.com/office/drawing/2014/main" id="{A64DF3EF-E3BF-43E5-93A3-81A2717DF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762" y="333375"/>
            <a:ext cx="9896475" cy="61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Sheet 4">
            <a:extLst>
              <a:ext uri="{FF2B5EF4-FFF2-40B4-BE49-F238E27FC236}">
                <a16:creationId xmlns:a16="http://schemas.microsoft.com/office/drawing/2014/main" id="{18123E54-236E-45B5-BB45-9945F0040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247650"/>
            <a:ext cx="5943600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Sheet 5">
            <a:extLst>
              <a:ext uri="{FF2B5EF4-FFF2-40B4-BE49-F238E27FC236}">
                <a16:creationId xmlns:a16="http://schemas.microsoft.com/office/drawing/2014/main" id="{DB6D094D-2AD3-443C-84CD-1184EC8A19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475" y="776287"/>
            <a:ext cx="6877050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Sheet 6">
            <a:extLst>
              <a:ext uri="{FF2B5EF4-FFF2-40B4-BE49-F238E27FC236}">
                <a16:creationId xmlns:a16="http://schemas.microsoft.com/office/drawing/2014/main" id="{CC778BE3-4616-454A-9402-0EAF4EA9B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550" y="76200"/>
            <a:ext cx="415290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 descr="Sheet 7">
            <a:extLst>
              <a:ext uri="{FF2B5EF4-FFF2-40B4-BE49-F238E27FC236}">
                <a16:creationId xmlns:a16="http://schemas.microsoft.com/office/drawing/2014/main" id="{E76321FD-6FEA-44A2-A807-FB1CF389B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7" y="419100"/>
            <a:ext cx="10753725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de9" descr="Sheet 8">
            <a:extLst>
              <a:ext uri="{FF2B5EF4-FFF2-40B4-BE49-F238E27FC236}">
                <a16:creationId xmlns:a16="http://schemas.microsoft.com/office/drawing/2014/main" id="{579A7792-5A18-46F5-A27D-585B7EB4D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350" y="1866900"/>
            <a:ext cx="27813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de10" descr="Sheet 9">
            <a:extLst>
              <a:ext uri="{FF2B5EF4-FFF2-40B4-BE49-F238E27FC236}">
                <a16:creationId xmlns:a16="http://schemas.microsoft.com/office/drawing/2014/main" id="{8E9CCE9A-9069-42CC-8E80-F6957F600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812" y="247650"/>
            <a:ext cx="5286375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lide11" descr="Dashboard 1">
            <a:extLst>
              <a:ext uri="{FF2B5EF4-FFF2-40B4-BE49-F238E27FC236}">
                <a16:creationId xmlns:a16="http://schemas.microsoft.com/office/drawing/2014/main" id="{FD8EC40C-1582-44D5-9267-68F5F20183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lide12" descr="Sheet 10">
            <a:extLst>
              <a:ext uri="{FF2B5EF4-FFF2-40B4-BE49-F238E27FC236}">
                <a16:creationId xmlns:a16="http://schemas.microsoft.com/office/drawing/2014/main" id="{AE23D5D6-5F8C-45F8-B128-967D73636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750" y="28575"/>
            <a:ext cx="32385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lide13" descr="Sheet 11">
            <a:extLst>
              <a:ext uri="{FF2B5EF4-FFF2-40B4-BE49-F238E27FC236}">
                <a16:creationId xmlns:a16="http://schemas.microsoft.com/office/drawing/2014/main" id="{746429DF-BFB9-4FAF-927F-DCFD491B5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387" y="247650"/>
            <a:ext cx="5229225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de14" descr="Sheet 13">
            <a:extLst>
              <a:ext uri="{FF2B5EF4-FFF2-40B4-BE49-F238E27FC236}">
                <a16:creationId xmlns:a16="http://schemas.microsoft.com/office/drawing/2014/main" id="{9A8C56A4-C34D-4BBE-9A35-2A25A5483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994" y="0"/>
            <a:ext cx="67820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slide15" descr="Sheet 12 (2)">
            <a:extLst>
              <a:ext uri="{FF2B5EF4-FFF2-40B4-BE49-F238E27FC236}">
                <a16:creationId xmlns:a16="http://schemas.microsoft.com/office/drawing/2014/main" id="{9F538055-D4AF-4739-92F3-7E91D694E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0" y="161925"/>
            <a:ext cx="4953000" cy="653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lide16" descr="Sheet 15">
            <a:extLst>
              <a:ext uri="{FF2B5EF4-FFF2-40B4-BE49-F238E27FC236}">
                <a16:creationId xmlns:a16="http://schemas.microsoft.com/office/drawing/2014/main" id="{150BC72E-39FE-4650-A26A-E763E856A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762" y="423862"/>
            <a:ext cx="9896475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lide17" descr="Sheet 16">
            <a:extLst>
              <a:ext uri="{FF2B5EF4-FFF2-40B4-BE49-F238E27FC236}">
                <a16:creationId xmlns:a16="http://schemas.microsoft.com/office/drawing/2014/main" id="{7A43AE1F-46D0-455F-B9FC-81B369F30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762" y="423862"/>
            <a:ext cx="9896475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lide18" descr="Sheet 17">
            <a:extLst>
              <a:ext uri="{FF2B5EF4-FFF2-40B4-BE49-F238E27FC236}">
                <a16:creationId xmlns:a16="http://schemas.microsoft.com/office/drawing/2014/main" id="{8B04FE8D-CCCB-4F82-8BF3-1F8F7B245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762" y="423862"/>
            <a:ext cx="9896475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lide19" descr="Sheet 18">
            <a:extLst>
              <a:ext uri="{FF2B5EF4-FFF2-40B4-BE49-F238E27FC236}">
                <a16:creationId xmlns:a16="http://schemas.microsoft.com/office/drawing/2014/main" id="{7800B061-575E-4EBB-A87B-65D78769E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887" y="257175"/>
            <a:ext cx="4848225" cy="63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slide20" descr="Sheet 19">
            <a:extLst>
              <a:ext uri="{FF2B5EF4-FFF2-40B4-BE49-F238E27FC236}">
                <a16:creationId xmlns:a16="http://schemas.microsoft.com/office/drawing/2014/main" id="{C83B618C-CD8A-403C-B32A-5A9BF563D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887" y="257175"/>
            <a:ext cx="4848225" cy="63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slide21" descr="Sheet 20">
            <a:extLst>
              <a:ext uri="{FF2B5EF4-FFF2-40B4-BE49-F238E27FC236}">
                <a16:creationId xmlns:a16="http://schemas.microsoft.com/office/drawing/2014/main" id="{ECAEA938-A840-4A16-8524-2EFEBF1787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887" y="257175"/>
            <a:ext cx="4848225" cy="63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slide22" descr="Sheet 21">
            <a:extLst>
              <a:ext uri="{FF2B5EF4-FFF2-40B4-BE49-F238E27FC236}">
                <a16:creationId xmlns:a16="http://schemas.microsoft.com/office/drawing/2014/main" id="{F26F9534-1A55-438E-80D2-982A41799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887" y="257175"/>
            <a:ext cx="4848225" cy="63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slide23" descr="Sheet 22">
            <a:extLst>
              <a:ext uri="{FF2B5EF4-FFF2-40B4-BE49-F238E27FC236}">
                <a16:creationId xmlns:a16="http://schemas.microsoft.com/office/drawing/2014/main" id="{96C3C56E-BB68-496F-84CD-28E2A11D3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937" y="1600200"/>
            <a:ext cx="709612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slide24" descr="Sheet 23">
            <a:extLst>
              <a:ext uri="{FF2B5EF4-FFF2-40B4-BE49-F238E27FC236}">
                <a16:creationId xmlns:a16="http://schemas.microsoft.com/office/drawing/2014/main" id="{AC045242-802F-4C76-BC18-3DB1E7E1BE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100" y="247650"/>
            <a:ext cx="6019800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slide25" descr="Sheet 24">
            <a:extLst>
              <a:ext uri="{FF2B5EF4-FFF2-40B4-BE49-F238E27FC236}">
                <a16:creationId xmlns:a16="http://schemas.microsoft.com/office/drawing/2014/main" id="{73252D7D-DFFB-4FAE-AD21-0595DC942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137" y="1676400"/>
            <a:ext cx="6943725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slide26" descr="Sheet 25">
            <a:extLst>
              <a:ext uri="{FF2B5EF4-FFF2-40B4-BE49-F238E27FC236}">
                <a16:creationId xmlns:a16="http://schemas.microsoft.com/office/drawing/2014/main" id="{15333882-1D85-4256-BAF4-E708EE650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950" y="247650"/>
            <a:ext cx="7658100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slide27" descr="Sheet 26">
            <a:extLst>
              <a:ext uri="{FF2B5EF4-FFF2-40B4-BE49-F238E27FC236}">
                <a16:creationId xmlns:a16="http://schemas.microsoft.com/office/drawing/2014/main" id="{BBC468FD-4DB2-4DB1-8A2D-98304273F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637" y="95250"/>
            <a:ext cx="4276725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slide28" descr="Sheet 27">
            <a:extLst>
              <a:ext uri="{FF2B5EF4-FFF2-40B4-BE49-F238E27FC236}">
                <a16:creationId xmlns:a16="http://schemas.microsoft.com/office/drawing/2014/main" id="{794CC222-1789-4614-88CD-E8941CAD8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637" y="95250"/>
            <a:ext cx="4276725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slide29" descr="Sheet 28">
            <a:extLst>
              <a:ext uri="{FF2B5EF4-FFF2-40B4-BE49-F238E27FC236}">
                <a16:creationId xmlns:a16="http://schemas.microsoft.com/office/drawing/2014/main" id="{6F632875-8022-4CA1-8FF5-0636FA7B3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637" y="95250"/>
            <a:ext cx="4276725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slide30" descr="Sheet 29">
            <a:extLst>
              <a:ext uri="{FF2B5EF4-FFF2-40B4-BE49-F238E27FC236}">
                <a16:creationId xmlns:a16="http://schemas.microsoft.com/office/drawing/2014/main" id="{1005CB45-62EC-47F6-BE34-86471DA01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637" y="95250"/>
            <a:ext cx="4276725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slide31" descr="Sheet 30">
            <a:extLst>
              <a:ext uri="{FF2B5EF4-FFF2-40B4-BE49-F238E27FC236}">
                <a16:creationId xmlns:a16="http://schemas.microsoft.com/office/drawing/2014/main" id="{FB7ECD20-BA0B-4071-BA9F-FC0C7F279A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637" y="95250"/>
            <a:ext cx="4276725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slide32" descr="Sheet 31">
            <a:extLst>
              <a:ext uri="{FF2B5EF4-FFF2-40B4-BE49-F238E27FC236}">
                <a16:creationId xmlns:a16="http://schemas.microsoft.com/office/drawing/2014/main" id="{A8AED43D-E5C8-4E32-9D98-FCEDDBA7D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762" y="261937"/>
            <a:ext cx="9896475" cy="633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slide33" descr="Sheet 32">
            <a:extLst>
              <a:ext uri="{FF2B5EF4-FFF2-40B4-BE49-F238E27FC236}">
                <a16:creationId xmlns:a16="http://schemas.microsoft.com/office/drawing/2014/main" id="{6AD4C009-4EAC-415A-939C-4D2E61892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12" y="342900"/>
            <a:ext cx="11915775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slide34" descr="Sheet 33">
            <a:extLst>
              <a:ext uri="{FF2B5EF4-FFF2-40B4-BE49-F238E27FC236}">
                <a16:creationId xmlns:a16="http://schemas.microsoft.com/office/drawing/2014/main" id="{BFBA5C1F-A9C4-48A8-9A30-6C918F822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25" y="342900"/>
            <a:ext cx="1026795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slide35" descr="Sheet 34">
            <a:extLst>
              <a:ext uri="{FF2B5EF4-FFF2-40B4-BE49-F238E27FC236}">
                <a16:creationId xmlns:a16="http://schemas.microsoft.com/office/drawing/2014/main" id="{56D6F867-563F-462C-B365-720A758C53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5" y="504825"/>
            <a:ext cx="10001250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slide36" descr="Dashboard 2">
            <a:extLst>
              <a:ext uri="{FF2B5EF4-FFF2-40B4-BE49-F238E27FC236}">
                <a16:creationId xmlns:a16="http://schemas.microsoft.com/office/drawing/2014/main" id="{F7922E1A-20F5-40C1-8CD2-F089BC3B6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slide37" descr="Dashboard 3">
            <a:extLst>
              <a:ext uri="{FF2B5EF4-FFF2-40B4-BE49-F238E27FC236}">
                <a16:creationId xmlns:a16="http://schemas.microsoft.com/office/drawing/2014/main" id="{D2FFB149-B42F-4F20-B447-5C7CC7389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slide38" descr="Dashboard 4">
            <a:extLst>
              <a:ext uri="{FF2B5EF4-FFF2-40B4-BE49-F238E27FC236}">
                <a16:creationId xmlns:a16="http://schemas.microsoft.com/office/drawing/2014/main" id="{B68AB73F-41B9-4126-A88D-9A32629BA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2" descr="Dashboard 5">
            <a:extLst>
              <a:ext uri="{FF2B5EF4-FFF2-40B4-BE49-F238E27FC236}">
                <a16:creationId xmlns:a16="http://schemas.microsoft.com/office/drawing/2014/main" id="{A854A892-4719-C94C-95C4-C0D014FBE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slide40" descr="Dashboard 6">
            <a:extLst>
              <a:ext uri="{FF2B5EF4-FFF2-40B4-BE49-F238E27FC236}">
                <a16:creationId xmlns:a16="http://schemas.microsoft.com/office/drawing/2014/main" id="{B1FDB3E3-F4FC-4B42-AB93-37508CABA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slide41" descr="Dashboard 7">
            <a:extLst>
              <a:ext uri="{FF2B5EF4-FFF2-40B4-BE49-F238E27FC236}">
                <a16:creationId xmlns:a16="http://schemas.microsoft.com/office/drawing/2014/main" id="{73BCA7B6-E323-47F3-BCF2-071B39798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slide42" descr="Dashboard 8">
            <a:extLst>
              <a:ext uri="{FF2B5EF4-FFF2-40B4-BE49-F238E27FC236}">
                <a16:creationId xmlns:a16="http://schemas.microsoft.com/office/drawing/2014/main" id="{B2ED4033-E65F-4BC3-9449-5BBE02119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9</Words>
  <Application>Microsoft Macintosh PowerPoint</Application>
  <PresentationFormat>Widescreen</PresentationFormat>
  <Paragraphs>2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Calibri Light</vt:lpstr>
      <vt:lpstr>Office Theme</vt:lpstr>
      <vt:lpstr>Book1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Book1</dc:title>
  <dc:creator/>
  <cp:lastModifiedBy>Ruchi Patidar</cp:lastModifiedBy>
  <cp:revision>4</cp:revision>
  <dcterms:created xsi:type="dcterms:W3CDTF">2024-07-01T02:39:08Z</dcterms:created>
  <dcterms:modified xsi:type="dcterms:W3CDTF">2024-07-01T03:36:15Z</dcterms:modified>
</cp:coreProperties>
</file>