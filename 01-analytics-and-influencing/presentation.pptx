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EB0D932C-13BE-4832-BE0E-0FBF6D931CF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Book1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C07ACD1-47C7-4A25-9EC0-C5154BB15C8F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11/3/24 8:05:07 PM PST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39C783C4-78CB-4148-90AB-45A649C5B7F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2024-11-04T04:05:07Z</dcterms:created>
  <dcterms:modified xsi:type="dcterms:W3CDTF">2024-11-04T04:05:07Z</dcterms:modified>
</cp:coreProperties>
</file>